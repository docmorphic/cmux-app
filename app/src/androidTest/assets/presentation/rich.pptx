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hyperlink" Target="javascript:window.__cmuxUnsafeLink=tru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E2D"/>
                </a:solidFill>
              </a:rPr>
              <a:t>CMUX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41E2D"/>
                </a:solidFill>
              </a:rPr>
              <a:t>Offline slides · Résumé 日本語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2926080" cy="2194560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4572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E2D"/>
                </a:solidFill>
              </a:rPr>
              <a:t>Jump to final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41E2D"/>
                </a:solidFill>
                <a:hlinkClick r:id="rId4"/>
              </a:rPr>
              <a:t>Blocked active 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E2D"/>
                </a:solidFill>
              </a:rPr>
              <a:t>Revenue and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3657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$175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926080"/>
          <a:ext cx="7955279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E2D"/>
                </a:solidFill>
              </a:rPr>
              <a:t>Final slide 你好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41E2D"/>
                </a:solidFill>
              </a:rPr>
              <a:t>Selected slide survives restoration.</a:t>
            </a:r>
          </a:p>
        </p:txBody>
      </p:sp>
      <p:sp>
        <p:nvSpPr>
          <p:cNvPr id="4" name="TextBox 3">
            <a:hlinkClick action="ppaction://hlinksldjump" r:id="rId2"/>
          </p:cNvPr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E2D"/>
                </a:solidFill>
              </a:rPr>
              <a:t>Back to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